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2194560" cy="21945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63040"/>
            <a:ext cx="8046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</a:rPr>
              <a:t>GitHub Spec Kit のインストール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38328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Windows + WSL（Ubuntu）。前提ツール → uv → specify CLI → 初期化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>紙芝居ガイド（Windows + WSL / 初心者向け）　※画面枠は後でスクリーンショットを貼り付け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WSL（Ubuntu）を用意する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Windows では WSL 上で作業します。PowerShell（管理者）で WSL を導入し、再起動後に Ubuntu を開いてユーザーを作成します。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▌Windows PowerShell（管理者）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wsl --install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WSL / Ubuntu 初期設定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WSL（Ubuntu）のターミナルを開く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スタートメニューで「Ubuntu」と検索してアプリを開きます（または「ターミナル」の ∨ メニューから Ubuntu を選択）。プロンプトが 〜:~$ と『$』表示なら WSL の中です（『PS C:\&gt;』は Windows 側）。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▌PowerShell / cmd から開く場合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wsl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Ubuntu ターミナル画面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前提ツールを確認する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WSL（Ubuntu）のターミナルで、前提ツールが入っているか確認します（Git / Python 3.11+ / uv）。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git --version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python3 --version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uv --version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バージョン確認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uv を入れる（未導入の場合）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uv が無ければインストールし、ターミナルを開き直して確認します。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curl -LsSf https://astral.sh/uv/install.sh | 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uv --version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uv インストール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specify CLI を入れる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GitHub 公式の Spec Kit を導入します（PyPI の同名パッケージは非公式なので使わない）。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uv tool install specify-cli --force --from git+https://github.com/github/spec-kit.git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インストール実行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導入を確認する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バージョン表示と check が通れば成功です。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specify --version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specify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version / check 表示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対象リポジトリの URL を取得する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GitHub で対象リポジトリ（jp-core-v1x）のページを開き、緑色の「Code」ボタン →「HTTPS」の URL をコピーします。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▌コピーする URL（例）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https://github.com/jami-fhir-jp-wg/jp-core-v1x.git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Code ボタン / URL コピー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対象リポジトリをクローンする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git clone は『今いるフォルダ』の中にリポジトリ名のフォルダを作ります。まず cd でクローン先（任意のディレクトリ）へ移動してから実行します。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120640" cy="2377440"/>
          </a:xfrm>
          <a:prstGeom prst="roundRect">
            <a:avLst/>
          </a:prstGeom>
          <a:solidFill>
            <a:srgbClr val="12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ADCFC"/>
                </a:solidFill>
                <a:latin typeface="Meiryo"/>
                <a:ea typeface="Meiryo"/>
              </a:rPr>
              <a:t>▌WSL（Ubuntu）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# クローン先にしたい任意のフォルダへ移動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cd ~/任意のディレクトリ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# 今いるフォルダの中に jp-core-v1x ができる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git clone https://github.com/jami-fhir-jp-wg/jp-core-v1x.git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</a:rPr>
              <a:t>cd jp-core-v1x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移動 → clone → 移動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補足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</a:rPr>
              <a:t>リポジトリに入っているもの / 各自で入れるもの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52628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658368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リポジトリに含まれる（クローンで入手）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8920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・.claude/commands/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　（speckit.* コマンド定義）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・.specify/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　（constitution・テンプレート）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・CLAUDE.md（常駐指示）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→ specify init は不要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526280"/>
          </a:xfrm>
          <a:prstGeom prst="roundRect">
            <a:avLst/>
          </a:prstGeom>
          <a:solidFill>
            <a:srgbClr val="F2F4F8"/>
          </a:solidFill>
          <a:ln w="1587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394960" cy="658368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各自の PC（WSL）に1回だけ入れる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86000"/>
            <a:ext cx="48920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・specify CLI（資料1で導入）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・Claude Code 本体（資料2で導入）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→ クローンしただけでは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2633"/>
                </a:solidFill>
                <a:latin typeface="Meiryo"/>
                <a:ea typeface="Meiryo"/>
              </a:rPr>
              <a:t>　 claude / speckit は動かない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56032"/>
            <a:ext cx="155448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>STEP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64592"/>
            <a:ext cx="9509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Meiryo"/>
                <a:ea typeface="Meiryo"/>
              </a:rPr>
              <a:t>準備できたか確認する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本プロジェクトはリポジトリに設定が同梱されているため、specify init（初期化）は不要です。Claude Code で「/」を入力し /speckit.specify が候補に出れば準備完了。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2633"/>
                </a:solidFill>
                <a:latin typeface="Meiryo"/>
                <a:ea typeface="Meiryo"/>
              </a:rPr>
              <a:t>（補足：specify CLI をアップグレードする際は .specify/memory/constitution.md を事前にバックアップ。上書きの可能性あり）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806440" cy="43434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B9C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3108960"/>
            <a:ext cx="5440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/speckit.* 候補表示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B7280"/>
                </a:solidFill>
                <a:latin typeface="Meiryo"/>
                <a:ea typeface="Meiryo"/>
              </a:rPr>
              <a:t>［ ここに実際の画面を貼り付け 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Meiryo"/>
                <a:ea typeface="Meiryo"/>
              </a:rPr>
              <a:t>Spec Kit のインストール完了（WSL）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WSL（Ubuntu）上で uv → specify CLI を導入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specify --version / specify check で確認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リポジトリに設定が同梱（specify init は不要）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CADCFC"/>
                </a:solidFill>
                <a:latin typeface="Meiryo"/>
                <a:ea typeface="Meiryo"/>
              </a:rPr>
              <a:t>✓ 次は『2 VS Code + Claude Code 環境の構築』へ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eiryo"/>
                <a:ea typeface="Meiryo"/>
              </a:rPr>
              <a:t>JP Core / アドミニストレーションWG  —  GitHub Spec Kit のインストール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