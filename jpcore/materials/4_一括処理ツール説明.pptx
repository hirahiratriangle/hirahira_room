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5" r:id="rId26"/>
    <p:sldId id="276" r:id="rId27"/>
    <p:sldId id="273" r:id="rId24"/>
    <p:sldId id="277" r:id="rId28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2194560" cy="219456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8046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</a:rPr>
              <a:t>一括処理ツール（issue_improver）の使い方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38328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所属SWGのIssue一覧化 ＋ 着手順の処理プロンプト生成 / 自動実行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>紙芝居ガイド（Windows + WSL / 初心者向け）　※画面枠は後でスクリーンショットを貼り付け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ツールの役割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GitHub から所属SWGのIssueを取得し、(1)着手順の一覧 と (2)各Issueの /speckit.specify プロンプト を一括生成します。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出力イメージ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前提を確認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WSL（Ubuntu）に Python があればOK（追加インストール不要）。場所は tools/issue_improver.py。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Python バージョン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設定ファイルを書く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tools/issue_improver.config.json に対象を記入します（repo / label / milestone）。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▌設定ファイル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  "repo": "jami-fhir-jp-wg/jp-core-v1x",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  "label": "ｱﾄﾞﾐﾆｽﾄﾚｰｼｮﾝWG",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  "milestone": "1.3-release"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設定ファイル編集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リポジトリ内で実行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対象リポジトリのフォルダ内で実行します（実行位置チェックが働きます）。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cd ~/jp-core-v1x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一覧＋プロンプト出力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一覧を見る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深刻度・対象ファイル・パス（フル/軽量）・着手順が並びます。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Issue 一覧（表）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プロンプトをファイル出力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Issueごとの手順ファイルを出力できます。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--out tools/prompts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prompts フォルダ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別SWG / 別リポジトリ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引数で一時的に切り替えられます。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--label "検査診療WG"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--repo owner/name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切替の実行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実行位置チェック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対象と違うクローンや Git 外で実行すると停止します（事故防止）。意図的なら --no-location-check。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エラー表示例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（手動の場合）spec-kit へ流す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出力された /speckit.specify プロンプトを Claude Code に貼って着手。あとは『資料3 ケース別手順』に従います。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Claude Code に貼り付け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自動実行モード（--run）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</a:rPr>
              <a:t>spec-kit を自動で回す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まずドライランで確認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--run を付けると、各Issueを Claude Code 経由で spec-kit 自動実行。既定はドライラン（実行コマンドを表示するだけ）で安全に確認できます。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ドライラン出力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1件だけ実際に試す（推奨）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--execute で実行。まず --only で1件だけ試すのが安全です。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 --only 925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1件の自動実行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複雑Issueは手動ゲートで停止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フル（複雑）Issueは specify の後で一旦停止します。Claude Code で /speckit.clarify を手動実行→PMが回答→レビュー→Enterで続行（s=スキップ）。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手動ゲートの停止画面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ブランチは specify／正常時に自動コミット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ブランチは /speckit.specify が作成（spec-kit既定の連番）。正常完了したIssueはツールが自動コミット（push はしない）。push／PR／マージは別工程の人間。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変更の確認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全自動にしたいとき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複雑Issueの停止も無くして全自動にするなら --auto-complex。ただし制度判断もAI任せになる点に注意。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 --auto-complex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全自動の実行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特定のIssueだけ実行する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--only で1件だけ、--limit で件数を絞って実行できます。改善したいIssueだけを狙って回せます（まず1件試すのにも便利）。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 --only 925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 --limit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特定Issueの実行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ケースごとにまとめて実行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Issueをケース A→B→C→D の順にまとめて実行します。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--case で1ケースだけ実行も可。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・A=自動／B・C=clarify手動ゲート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・D=specify前に『正』を1つ決める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・エラーは止めずスキップ→末尾でレポート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 --case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ケース別の実行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自動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自動YES（安全なものだけ）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編集・ビルド・読取/ブランチ系gitは自動承認。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commit/push は含めず人間がレビュー後。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00">
                <a:solidFill>
                  <a:srgbClr val="222633"/>
                </a:solidFill>
                <a:latin typeface="Meiryo"/>
                <a:ea typeface="Meiryo"/>
              </a:rPr>
              <a:t>--yes を付けると全プロンプト自動承認（注意）。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Consolas"/>
                <a:ea typeface="Consolas"/>
              </a:rPr>
              <a:t># 既定＝安全な許可リストで自動承認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Consolas"/>
                <a:ea typeface="Consolas"/>
              </a:rPr>
              <a:t>python3 tools/issue_improver.py --run --execute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FFFFFF"/>
                </a:solidFill>
                <a:latin typeface="Consolas"/>
                <a:ea typeface="Consolas"/>
              </a:rPr>
              <a:t># 全部自動承認（注意）: --yes を付与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権限の自動承認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補足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ケース別の自動度（--run）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52628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658368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軽量パス（ケースA）→ 全自動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920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対象：typo・文言・コメント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　（例 #925 / #1058）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specify → plan → tasks → implement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→ sushi build → checklist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止まらず最後まで自動実行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52628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94960" cy="658368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フルパス（ケースB・C）→ 手動ゲート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86000"/>
            <a:ext cx="48920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対象：構造変更・制度設計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　（例 #954 / #947）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specify の後に一旦停止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人間が /speckit.clarify を実施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レビュー後 Enter で続行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→ plan → … → implement → build →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</a:rPr>
              <a:t>一括処理ツール の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設定ファイルに repo / SWG を記載する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手動: 一覧＋プロンプトを取得し Claude Code に貼る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自動: --run（既定ドライラン）→ --execute で実行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--only で特定Issue／軽量は全自動・複雑は手動ゲート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オプション一覧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一括処理ツール（issue_improver）の使い方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21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325880"/>
          <a:ext cx="1120140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7178040"/>
              </a:tblGrid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オプション</a:t>
                      </a:r>
                    </a:p>
                  </a:txBody>
                  <a:tcPr anchor="ctr" marL="64008" marR="45720" marT="9144" marB="9144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説明</a:t>
                      </a:r>
                    </a:p>
                  </a:txBody>
                  <a:tcPr anchor="ctr" marL="64008" marR="45720" marT="9144" marB="9144">
                    <a:solidFill>
                      <a:srgbClr val="1E2761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--repo / --label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対象リポジトリ・SWG（設定ファイルでも可）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--milestone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対象マイルストーン（任意）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--list-only / --prompts-only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一覧のみ / プロンプトのみ出力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--format md|csv|json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一覧の出力形式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--out &lt;dir&gt;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プロンプトを個別ファイルに出力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--run / --execute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自動実行（既定ドライラン）/ 実際に実行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--only &lt;番号&gt; / --case A-D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特定Issue / 特定ケースのみ実行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--limit N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自動実行の件数上限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--auto-complex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手動ゲートも全自動にする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--yes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権限プロンプトを全自動承認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  <a:tr h="34465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--no-commit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正常完了してもコミットしない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761"/>
                          </a:solidFill>
                          <a:latin typeface="Consolas"/>
                          <a:ea typeface="Meiryo"/>
                        </a:rPr>
                        <a:t>--no-build / --no-location-check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633"/>
                          </a:solidFill>
                          <a:latin typeface="Meiryo"/>
                          <a:ea typeface="Meiryo"/>
                        </a:rPr>
                        <a:t>ビルド省略 / 実行位置チェック無効</a:t>
                      </a:r>
                    </a:p>
                  </a:txBody>
                  <a:tcPr anchor="ctr" marL="64008" marR="45720" marT="9144" marB="9144"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